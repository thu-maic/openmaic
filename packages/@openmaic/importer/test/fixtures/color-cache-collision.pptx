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63636"/>
                </a:solidFill>
              </a:rPr>
              <a:t>Color Cache Key Collision Test (#702)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914400" y="1097280"/>
            <a:ext cx="3200400" cy="1097280"/>
          </a:xfrm>
          <a:prstGeom prst="rect">
            <a:avLst/>
          </a:prstGeom>
          <a:solidFill>
            <a:scrgbClr r="100000" g="0" b="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09728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scrgbClr: R=100%, G=0, B=0 (Red)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0" y="1097280"/>
            <a:ext cx="3200400" cy="1097280"/>
          </a:xfrm>
          <a:prstGeom prst="rect">
            <a:avLst/>
          </a:prstGeom>
          <a:solidFill>
            <a:scrgbClr r="0" g="0" b="1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0" y="109728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scrgbClr: R=0, G=0, B=100% (Blue)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2560320"/>
            <a:ext cx="3200400" cy="1097280"/>
          </a:xfrm>
          <a:prstGeom prst="rect">
            <a:avLst/>
          </a:prstGeom>
          <a:solidFill>
            <a:hslClr hue="0" sat="100000" lum="5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56032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hslClr: Hue=0, Sat=100%, Lum=50% (Red)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0" y="2560320"/>
            <a:ext cx="3200400" cy="1097280"/>
          </a:xfrm>
          <a:prstGeom prst="rect">
            <a:avLst/>
          </a:prstGeom>
          <a:solidFill>
            <a:hslClr hue="14400000" sat="100000" lum="5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256032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hslClr: Hue=240, Sat=100%, Lum=50% (Blue)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14400" y="4023360"/>
            <a:ext cx="3200400" cy="1097280"/>
          </a:xfrm>
          <a:prstGeom prst="rect">
            <a:avLst/>
          </a:prstGeom>
          <a:solidFill>
            <a:sysClr val="windowText" lastClr="FF55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402336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sysClr: windowText lastClr=FF5500 (Orange)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29200" y="4023360"/>
            <a:ext cx="3200400" cy="1097280"/>
          </a:xfrm>
          <a:prstGeom prst="rect">
            <a:avLst/>
          </a:prstGeom>
          <a:solidFill>
            <a:sysClr val="windowText" lastClr="00AA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402336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sysClr: windowText lastClr=00AAFF (Cyan)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2026-09-18T02:37:14Z</dcterms:created>
  <dcterms:modified xsi:type="dcterms:W3CDTF">2026-09-18T02:37:14Z</dcterms:modified>
</cp:coreProperties>
</file>